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9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1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3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5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9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1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3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4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1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4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8839B-350C-40C2-9309-E75546B26AA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E1491-3B4A-4C13-A815-9268DA9B8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3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u="sng" dirty="0" smtClean="0">
                <a:solidFill>
                  <a:srgbClr val="0070C0"/>
                </a:solidFill>
              </a:rPr>
              <a:t>SALMAN MASHALL </a:t>
            </a:r>
            <a:endParaRPr lang="en-US" b="1" i="1" u="sng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/>
          <a:lstStyle/>
          <a:p>
            <a:r>
              <a:rPr lang="en-US" b="1" i="1" u="sng" dirty="0" smtClean="0">
                <a:solidFill>
                  <a:srgbClr val="0070C0"/>
                </a:solidFill>
              </a:rPr>
              <a:t>FIRST ASSIGNMENT </a:t>
            </a:r>
            <a:endParaRPr lang="en-US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40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( ICT In Health 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Assignment about (ICT) in public health 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10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96203" y="1732293"/>
            <a:ext cx="9144000" cy="3713164"/>
          </a:xfrm>
        </p:spPr>
        <p:txBody>
          <a:bodyPr>
            <a:normAutofit/>
          </a:bodyPr>
          <a:lstStyle/>
          <a:p>
            <a:r>
              <a:rPr lang="en-US" b="1" i="1" u="sng" dirty="0" err="1" smtClean="0">
                <a:solidFill>
                  <a:schemeClr val="accent1">
                    <a:lumMod val="50000"/>
                  </a:schemeClr>
                </a:solidFill>
              </a:rPr>
              <a:t>Defination</a:t>
            </a: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en-US" dirty="0" err="1" smtClean="0"/>
              <a:t>Informaton</a:t>
            </a:r>
            <a:r>
              <a:rPr lang="en-US" dirty="0"/>
              <a:t> </a:t>
            </a:r>
            <a:r>
              <a:rPr lang="en-US" dirty="0" smtClean="0"/>
              <a:t>and communication technology in public health refers to the use of digital tools , system  and technology . Such as computer mobile device the internet mobile device to the software application to collect store and manage and </a:t>
            </a:r>
            <a:r>
              <a:rPr lang="en-US" dirty="0" err="1" smtClean="0"/>
              <a:t>analys</a:t>
            </a:r>
            <a:r>
              <a:rPr lang="en-US" dirty="0" smtClean="0"/>
              <a:t> and share of health data or order to improve public health service </a:t>
            </a:r>
          </a:p>
          <a:p>
            <a:r>
              <a:rPr lang="en-US" dirty="0" smtClean="0"/>
              <a:t>Out come ICT in public health means using </a:t>
            </a:r>
            <a:r>
              <a:rPr lang="en-US" dirty="0" err="1" smtClean="0"/>
              <a:t>techonolgy</a:t>
            </a:r>
            <a:r>
              <a:rPr lang="en-US" dirty="0" smtClean="0"/>
              <a:t> like computer mobile phone, and the internet to manage data.  </a:t>
            </a:r>
          </a:p>
        </p:txBody>
      </p:sp>
    </p:spTree>
    <p:extLst>
      <p:ext uri="{BB962C8B-B14F-4D97-AF65-F5344CB8AC3E}">
        <p14:creationId xmlns:p14="http://schemas.microsoft.com/office/powerpoint/2010/main" val="292248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14316" y="1254620"/>
            <a:ext cx="9144000" cy="4572973"/>
          </a:xfrm>
        </p:spPr>
        <p:txBody>
          <a:bodyPr>
            <a:normAutofit/>
          </a:bodyPr>
          <a:lstStyle/>
          <a:p>
            <a:r>
              <a:rPr lang="en-US" dirty="0" smtClean="0"/>
              <a:t>Example.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HEALTH INFORMATION SYSTEM </a:t>
            </a:r>
            <a:endParaRPr lang="en-US" sz="1200" b="1" i="1" u="sng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 smtClean="0"/>
              <a:t>Electric health recorder(EHRs)</a:t>
            </a:r>
          </a:p>
          <a:p>
            <a:r>
              <a:rPr lang="en-US" dirty="0" smtClean="0"/>
              <a:t>&gt;Digital </a:t>
            </a:r>
            <a:r>
              <a:rPr lang="en-US" dirty="0" err="1" smtClean="0"/>
              <a:t>verson</a:t>
            </a:r>
            <a:r>
              <a:rPr lang="en-US" dirty="0" smtClean="0"/>
              <a:t> of patient recorder that the help healthcare proved </a:t>
            </a:r>
            <a:r>
              <a:rPr lang="en-US" dirty="0" err="1" smtClean="0"/>
              <a:t>acces</a:t>
            </a:r>
            <a:r>
              <a:rPr lang="en-US" dirty="0" smtClean="0"/>
              <a:t> and share information </a:t>
            </a:r>
            <a:r>
              <a:rPr lang="en-US" dirty="0" err="1" smtClean="0"/>
              <a:t>quickely</a:t>
            </a:r>
            <a:r>
              <a:rPr lang="en-US" dirty="0" smtClean="0"/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DISTRIC HEALTH INFORMATION SYSTEM.</a:t>
            </a:r>
          </a:p>
          <a:p>
            <a:r>
              <a:rPr lang="en-US" dirty="0" smtClean="0"/>
              <a:t>(DHIS2) is stand for collection and analyzing health data national levels.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MOBILE HEALTH </a:t>
            </a:r>
          </a:p>
          <a:p>
            <a:r>
              <a:rPr lang="en-US" dirty="0" smtClean="0"/>
              <a:t>SMS reminder used to remind patient to take </a:t>
            </a:r>
            <a:r>
              <a:rPr lang="en-US" dirty="0" err="1" smtClean="0"/>
              <a:t>medician</a:t>
            </a:r>
            <a:r>
              <a:rPr lang="en-US" dirty="0" smtClean="0"/>
              <a:t> or attendance appointments.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387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245660" y="736005"/>
            <a:ext cx="11423176" cy="5842216"/>
          </a:xfrm>
        </p:spPr>
        <p:txBody>
          <a:bodyPr>
            <a:normAutofit/>
          </a:bodyPr>
          <a:lstStyle/>
          <a:p>
            <a:r>
              <a:rPr lang="en-US" dirty="0" smtClean="0"/>
              <a:t>( Health apps )</a:t>
            </a:r>
          </a:p>
          <a:p>
            <a:r>
              <a:rPr lang="en-US" dirty="0" smtClean="0"/>
              <a:t>Tracks fitness , diet , and chronic diseases like diabetes or hypertension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EDIDMIOLOGICAL SURVEILLANCE AND OUTBREAK MANAGEMENT.</a:t>
            </a:r>
          </a:p>
          <a:p>
            <a:r>
              <a:rPr lang="en-US" dirty="0" smtClean="0"/>
              <a:t>ICT tools are used for tracking and analyzing </a:t>
            </a:r>
            <a:r>
              <a:rPr lang="en-US" dirty="0" err="1" smtClean="0"/>
              <a:t>diease</a:t>
            </a:r>
            <a:r>
              <a:rPr lang="en-US" dirty="0" smtClean="0"/>
              <a:t> outbreak.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HEALTH EDUCATION AND PROMOTIONE.</a:t>
            </a:r>
          </a:p>
          <a:p>
            <a:r>
              <a:rPr lang="en-US" dirty="0" smtClean="0"/>
              <a:t>ICT platform ( like social media , web side , apps) are used to promote health </a:t>
            </a:r>
            <a:r>
              <a:rPr lang="en-US" dirty="0" err="1" smtClean="0"/>
              <a:t>awerencesss</a:t>
            </a: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1">
                    <a:lumMod val="50000"/>
                  </a:schemeClr>
                </a:solidFill>
              </a:rPr>
              <a:t>ELECTRIC MEDIA RECORDER </a:t>
            </a:r>
          </a:p>
          <a:p>
            <a:r>
              <a:rPr lang="en-US" i="1" dirty="0" smtClean="0"/>
              <a:t>ICT help in </a:t>
            </a:r>
            <a:r>
              <a:rPr lang="en-US" i="1" dirty="0" err="1" smtClean="0"/>
              <a:t>mantaning</a:t>
            </a:r>
            <a:r>
              <a:rPr lang="en-US" i="1" dirty="0" smtClean="0"/>
              <a:t> digital recorder of patient , reducing error and improving counting of care. </a:t>
            </a:r>
          </a:p>
        </p:txBody>
      </p:sp>
    </p:spTree>
    <p:extLst>
      <p:ext uri="{BB962C8B-B14F-4D97-AF65-F5344CB8AC3E}">
        <p14:creationId xmlns:p14="http://schemas.microsoft.com/office/powerpoint/2010/main" val="253492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245660" y="736005"/>
            <a:ext cx="11423176" cy="5842216"/>
          </a:xfrm>
        </p:spPr>
        <p:txBody>
          <a:bodyPr>
            <a:normAutofit/>
          </a:bodyPr>
          <a:lstStyle/>
          <a:p>
            <a:r>
              <a:rPr lang="en-US" b="1" i="1" u="sng" dirty="0" smtClean="0">
                <a:solidFill>
                  <a:srgbClr val="0070C0"/>
                </a:solidFill>
              </a:rPr>
              <a:t>EXAMPLE</a:t>
            </a:r>
            <a:r>
              <a:rPr lang="en-US" b="1" i="1" u="sng" dirty="0" smtClean="0"/>
              <a:t> .</a:t>
            </a:r>
          </a:p>
          <a:p>
            <a:r>
              <a:rPr lang="en-US" dirty="0" smtClean="0"/>
              <a:t>Hospitals using (EMR) system like (Open MRS)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rgbClr val="0070C0"/>
                </a:solidFill>
              </a:rPr>
              <a:t>DATA ANALYSIS AND RESEARCH .</a:t>
            </a:r>
          </a:p>
          <a:p>
            <a:r>
              <a:rPr lang="en-US" dirty="0" smtClean="0"/>
              <a:t>Big data and analysis help identify health trend and improve health policy. </a:t>
            </a:r>
          </a:p>
          <a:p>
            <a:r>
              <a:rPr lang="en-US" b="1" i="1" u="sng" dirty="0" smtClean="0">
                <a:solidFill>
                  <a:srgbClr val="0070C0"/>
                </a:solidFill>
              </a:rPr>
              <a:t>EXAMPLE</a:t>
            </a:r>
            <a:r>
              <a:rPr lang="en-US" b="1" i="1" u="sng" dirty="0" smtClean="0"/>
              <a:t> .</a:t>
            </a:r>
          </a:p>
          <a:p>
            <a:r>
              <a:rPr lang="en-US" dirty="0" smtClean="0"/>
              <a:t>Analysis large dataset non-</a:t>
            </a:r>
            <a:r>
              <a:rPr lang="en-US" dirty="0" err="1" smtClean="0"/>
              <a:t>communicatable</a:t>
            </a:r>
            <a:r>
              <a:rPr lang="en-US" dirty="0" smtClean="0"/>
              <a:t> diseases (NCDs) trends. </a:t>
            </a:r>
          </a:p>
        </p:txBody>
      </p:sp>
    </p:spTree>
    <p:extLst>
      <p:ext uri="{BB962C8B-B14F-4D97-AF65-F5344CB8AC3E}">
        <p14:creationId xmlns:p14="http://schemas.microsoft.com/office/powerpoint/2010/main" val="23913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268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SALMAN MASHALL </vt:lpstr>
      <vt:lpstr>( ICT In Health 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 ICT In Health )</dc:title>
  <dc:creator>Salman</dc:creator>
  <cp:lastModifiedBy>Salman</cp:lastModifiedBy>
  <cp:revision>5</cp:revision>
  <dcterms:created xsi:type="dcterms:W3CDTF">2025-11-10T15:27:48Z</dcterms:created>
  <dcterms:modified xsi:type="dcterms:W3CDTF">2025-11-10T16:01:39Z</dcterms:modified>
</cp:coreProperties>
</file>